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AuraXR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Object-Aware Hand Pose Prediction for VR Controllers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  ·  Two-Branch MLP  ·  Unity Sentis  ·  Meta Quest 3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Murat Celik — Thesis Presentation | June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4720" y="2651760"/>
            <a:ext cx="2194560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Motivation &amp; Problem Statement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Approach: Proximity-Based Anticipatory Grasp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HOT3D Dataset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Preparation &amp; Feature Engineering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 Architecture (Two-Branch MLP)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Training Strategy &amp; Loss Function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Evaluation Results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ONNX Export &amp; Unity Sentis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Unity Runtime Pipeline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Hand Rendering &amp; Pose Smoothing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Interaction &amp; Task System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Testing Protocol (4 Stages)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Project Status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Risks &amp; Mitigation Strategies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Expected Results &amp;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Motivation &amp;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hand invisible in VR?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Hand Visibility in VR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controller hides the user's real hand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provides only 6DoF position/rotation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hand is usually shown as a fixed neutral pose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 tracking requires cameras, gloves, or sensors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hardware is expensive, restrictive, and platform-dependent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Immersion and presence are significantly reduced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53712" y="1005840"/>
            <a:ext cx="22860" cy="38404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325880"/>
            <a:ext cx="4160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hand animation without cameras or gloves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pre-shapes as it approaches an object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grasp pose based on object type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fluid, discontinuity-free transitions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5 ms per frame on Quest 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and right hand models run independently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Hasn't This Been Solved Before?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sit at two extremes: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Hardware-based: Leap Motion, finger gloves → high cost, usage restrictions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pose: static hand model → not realistic, not immersive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ground is understudied: predicting hand pose from controller + object info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challenge: no ground-truth pose labels for hands holding a VR controller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AuraXR's solution: use HOT3D wrist position as a controller proxy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World-frame direction (dir_world) needs no wrist quaternion → zero HOT3D↔Unity mismatch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Approach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Proximity-Based Anticipatory Grasp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Insight: The Hand Pre-Shapes Before Contact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reaching for a mug, fingers begin curling ~40 cm before touching it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pre-shaping reflex is driven by the perceived object type and approach angle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models this biological behavior with a small neural network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Interaction Phases: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 (&gt; 40 cm): Neutral pose, model does not run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Pre-shape (10–40 cm): Hand opens to match the approaching object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     (&lt; 10 cm): Fingers curl to final grasp pose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  (touching): Pose locks, object is held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HOT3D ↔ Unity Bridge — Coordinate Alignment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HOT3D: has wrist position, no controller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Unity: has controller position, no wrist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dir_world = (obj_pos − wrist_pos) / dist — identical computation in both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position ≈ wrist position when holding a Quest 3 controller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World-frame direction requires no wrist quaternion → zero system mismatch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conversion (Unity L-hand → HOT3D R-hand system):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pos_hot3d  = (x, y, −z)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quat_hot3d = (qx, qy, −qz, qw)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HOT3D Dataset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Reality Labs · CVPR 2025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HOT3D?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and Object Tracking 3D — published by Meta Research at CVPR 2025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egocentric (first-person) 3D hand + object tracking dataset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 sequences, ~1.5M frames, 19 subjects, 33 household objects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capture devices: Meta Quest 3 (with depth sensor) + Project Aria (lightweight glasses)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uses only Quest 3 recordings: same device as the target platform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prior datasets are insufficient: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2D-only labels / too few objects / lab settings / no hand-object contact labels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HOT3D: real environment, egocentric, 3D, hand-object contact annotated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HOT3D — Data Modalities &amp; UmeTrack Skeleton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Data Per Frame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UmeTrack Skeleton (22 Joints)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video (VRS format, stereo)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maps (Quest 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(accelerometer + gyroscope)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hand pose: MANO + UmeTrack formats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6DoF object pose: position + rotation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confidence score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 parameters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53712" y="1005840"/>
            <a:ext cx="22860" cy="38404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325880"/>
            <a:ext cx="4160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fingers × 4 joints = 20 active joints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Joints 20–21: placeholder (always 0)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Thumb: CMC-flex, abduction, MCP, DIP (0–3)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abduction, MCP, PIP, DIP (4–7)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Middle: abduction, MCP, PIP, DIP (8–11)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+ Pinky: same structure (12–19)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radians, normalized by model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HOT3D — 33 Objects &amp; Grasp Categories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Grip (17 objects) — Mug, bottle, can, dumbbell, carton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fingers wrap around the object, strong enclosure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Grip (3 objects) — Spoon, spatula, marker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fingertip contact, extended finger configuration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Palmar Grip (7 objects) — Plate, phone, keyboard, remote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palm, fingers spread, object rests in palm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Grip (6 objects) — Mouse, puzzle, small holder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+ index finger pinch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4 grip categories + bbox instead of 33 object IDs → generalizes to unseen objects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Data Preparation &amp; Feature Engineering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build_dataset.py · hot3d_utils.py · grip_categories.py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 Steps (build_dataset.py)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Locate sequence directories from HOT3D ZIPs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Shuffle with seed=42 → 85% train / 15% val split (by whole sequence)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Frame-level split: consecutive frames are too similar → leaks into validation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Per-frame filters: dist &gt; 40 cm or hand_confidence &lt; 0.70 → discard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Compute 15-dim feature vector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Label: dist &lt; 10 cm → 'grip', otherwise → 'pre_shape'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Normalize: z-score from training set statistics only (no val leakage)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Oversample grip frames 10× — raw data is only 5–8% grip → balance classes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computed before oversampling: copies don't skew stats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Save to HDF5 (gzip compressed, random-access, PyTorch DataLoader compatible)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15-Dimensional Feature Vector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dir_world [3] — Unit vector wrist→object in HOT3D world frame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obj_pos − wrist_pos;  dir_world = delta / ||delta||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wrist rotation → no system mismatch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dir_obj_local [3] — Same vector rotated into object's local frame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which face/side of the object is being approached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[1] — Euclidean wrist→object distance (meters)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interaction phase: pre-shape vs grip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approach_speed [1] — dot(wrist_velocity, dir_world)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moving toward object; fast reach differs from slow placement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grip_onehot [4] — Power / Precision / Palmar / Pinch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half-extents [3] — Object dimensions [x, y, z] in meters (half-size)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bottle ≠ small bottle: same grip category, different finger spread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Statistics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hand:  877,985 frames total  →  train 738,466  ·  val 139,519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hand: 1,021,853 frames total  →  train 868,806  ·  val 153,047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filtering: ~1.5M raw frames (HOT3D Quest 3 recordings)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Problem: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data: grip frames only 5–8% → model overfits to pre-shape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10× oversampling → approximately balanced classes in training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targets: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1: 22 UME joint angles (radians, z-score normalized)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2: 6D wrist rotation — palm orientation relative to approach direction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Model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Two-Branch MLP · ~1.37M parameters · src/model.py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Two-Branch MLP — Overall Structure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Branch (input 8 dims): dir_world + dir_obj_local + dist + approach_speed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FC(8→512) + LayerNorm + ReLU → Dropout(0.125) → FC(512→256) + ReLU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Branch (input 7 dims): grip_onehot + bbox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FC(7→256) + LayerNorm + ReLU → FC(256→256) + ReLU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Fusion: cat(512) → FC(512→512)×3 + ReLU + Dropout (0.25 / 0.125 / 0.0625)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Finger Heads (thumb–pinky): FC(512→128) → Dropout → FC(128→4) → cat(20) + zeros(2)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Rotation Head: FC(512→64) → ReLU → Dropout → FC(64→6)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Classifier (training only): FC(512→32) → FC(32→4) — not exported to ONNX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Design Decisions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encoders — spatial and object information must not mix early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fusion: model learns shortcuts like 'mug = fist' instead of real geometry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Per-finger heads — thumb and pinky move very differently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output layer: optimizing one finger can degrade another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 rotation representation (Zhou et al. 2019) — no quaternion antipodal discontinuity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column recovered via Gram-Schmidt; model predicts only 6 values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output — does not constrain the [0, 2.0 rad] flexion range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Tanh saturation; full range is learnable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Classifier (training only) — keeps trunk grip-category-aware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model from ignoring object type when distance dominates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ONNX Input / Output Specification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'spatial_input':  [batch, 8]  — normalized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'object_input':   [batch, 7]  — normalized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'joint_angles':   [batch, 22] — normalized; denorm with model_meta.json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'wrist_rot_6d':   [batch, 6]  — normalized; denorm → Gram-Schmidt → quaternion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Unity: batch = 1 (one inference call per hand per frame)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model_meta.json contents: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feature_mean/std (15 values), target_mean/std (22 values), wrist_rot_mean/std (6 values)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denorm: angle[i] = output[i] × tgtStd[i] + tgtMean[i]  (radians)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joints: 0–19 (20 joints); joints 20–21 are always 0.0 in HOT3D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Training Strategy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Compound Loss · CosineAnnealing · src/train.py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Hyperparameters &amp; Hardware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AdamW — lr=5e-3, weight_decay=3e-4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Schedule: Linear warmup (200 epochs) + CosineAnnealingWarmRestarts (T₀=4000, T_mult=2)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T₀=4000: periodic restarts escape local minima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131,072 — entire training set fits in device memory → 1 gradient step per epoch, zero I/O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patience=4,000 (allows at least one full cosine cycle)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epochs: 50,000 (in practice stops around ~20,000)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Apple M2 Max — CUDA &gt; MPS &gt; CPU auto-detection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and left hand trained sequentially — each job gets 100% GPU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augmentation: dir_world/dir_obj_local ±0.02, dist ±10%, bbox ±5%, speed +0.05 noise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 Loss Function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total_loss = compound_loss + 0.3 × wrist_rot_loss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Angle Loss — weighted Huber (β=0.5) over joints 0–19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frames 2× weight: wrong pose at contact is immediately visible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Huber: large errors (tracking glitches) penalized less than MSE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Range Penalty — penalizes joint angles outside [0, 2.0 rad]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output + range penalty = anatomical bounds without Tanh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DIP–PIP Coupling — DIP ≈ 0.67 × PIP tendon anatomy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hand DIP and PIP are linked by the same tendon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Grip Classifier Loss — auxiliary CE, keeps trunk grip-aware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Wrist Rotation Loss — 0.3 × MSE (intentionally low: finger MAE is primary)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Evaluation Results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 · evaluate_onnx.py · simulate.py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— Numerical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MAE (all joints, in degrees):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hand:   Overall 12.5°  —  Pre-shape 12.4°  —  Grip 18.8°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hand:  Overall 12.4°  —  Pre-shape 12.3°  —  Grip 15.1°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hand — MAE by grip category: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12.2°  |  Precision 13.7°  |  Palmar 12.8°  |  Pinch 11.8°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was &lt; 5° → 12–15° range indicated a capacity bottleneck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hidden_dim 256→512, finger_hidden 64→128 — current numbers reflect this wider model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MAE does not guarantee visual naturalness in VR — subjective evaluation is mandatory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Tools &amp; Simulation Test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 — Per-joint MAE (degrees), per-phase and per-grip-category breakdown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evaluate_onnx.py — ONNX Runtime vs PyTorch: max diff &lt; 1e-5 verification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simulate.py — Synthetic approach test (critical check before Unity):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→ 30 → 20 → 10 → 5 → 2 cm steps, fixed object (e.g. Bottle)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PIP joints increase monotonically as distance decreases? Any sudden jumps?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open hand at 40 cm → defined grasp at 10 cm → full fist at 2 cm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test_onnx_live.py — 40→2 cm live ONNX output for each grip category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validation: last checkpoint before deploying to Unity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ONNX Export &amp; Unity Sentis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export_onnx.py · opset 14 · model_meta.json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ONNX Export Process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ONNX? Unity Sentis runs ONNX models natively on the device GPU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steps: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best_model.pt + model_meta.json, set model.eval()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dummy inputs: spatial[1,8] + object[1,7]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torch.onnx.export — opset 14, do_constant_folding=True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Bitwise validation with ONNX Runtime: max diff &lt; 1e-5 required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Copy model_meta.json → onnx/ directory (Unity reads this for denormalization)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auraxr_right.onnx · auraxr_left.onnx · model_meta_right.json · model_meta_left.json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Unity Sentis — Loading &amp; Running the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copy .onnx and model_meta_*.json to Assets/AuraXR/Models/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Inspector: assign rightModelAsset, leftModelAsset, rightMetaJson, leftMetaJson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Start(): ModelLoader.Load() → new Worker(model, BackendType.GPUCompute)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GPUCompute: uses Snapdragon XR2 Gen 2 GPU on Quest 3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call (every N=2 frames):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Tensor&lt;float&gt;(TensorShape(1,8), spatialInput)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worker.SetInput → Schedule() → PeekOutput → ReadbackAndClone()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ReadbackAndClone() GPU→CPU transfer may block the render thread on Quest 3 (Issue C3)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BackendType.GPUCompute not confirmed on Snapdragon → CPU fallback must be ready (Issue C2)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Unity Runtime Pipeline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AuraXRFeatureAssembler · AuraXRInferenceManager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Assembler (AuraXRFeatureAssembler.cs)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LateUpdate() every frame: reads OVR controller position/rotation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nearest InteractableObject from ProximityDetector (0.3 m radius)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96-dim raw frame (dims 32–95: visual embedding placeholder, all zeros)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frame into a 16-element ring buffer (for future temporal models)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conversion (Unity → HOT3D frame):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pos:  f[2] = −pos.z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quat: f[6] = −rot.z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omitted, dir_world points in the wrong direction → wrong pose output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frameSampleRate=2 → ~36 fps effective (matches training data ~30 fps)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Manager — 12-Step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1–3. Controller + object → HOT3D frame → compute dir_world and dist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dir_obj_local = Inverse(obj_quat_HOT3D) × dir_world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approach_speed = dot(wrist_velocity_HOT3D, dir_world)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grip_onehot + bbox: from BopToGrip / BopToBbox lookup (all 33 objects verified)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Assemble 15-dim feature: [dir_world, dir_obj_local, dist, speed, grip, bbox]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Normalize: feat[i] = (feat[i] − mean[i]) / std[i]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Send to ONNX: spatial[0:8] + object[8:14] → Sentis worker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Denormalize 22 UME angles → EMA smoothing (α=0.35)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UME[22] → MANO[15]: {0,2,3, 5,6,7, 9,10,11, 13,14,15, 17,18,19}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wrist_rot_6d → Gram-Schmidt → quaternion → predictedRot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 Placement &amp; Fallback Logic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every N=2 frames; hand placement updates every frame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virtualHand.pos = ctrl.pos + predictedRot × handPivotOffset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handPivotOffset = (0.1685, 0, 0.0351) — wrist offset from Quest 3 tracking origin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(Gram-Schmidt decode):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qCanonical = LookRotation(dirWorldUnity) — canonical frame aligned to approach direction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predictedRot = qCanonical × q_rel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no object in range → model does not run, controller rotation is used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debugBypassModel=true: all MANO joints set to 0.5 rad → verifies rig wiring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Hand Rendering &amp; Pose Smoothing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HandRigController · HandSkeletonAnchor · 5 Layers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Rendering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HandRigController (execution order 500):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MANO[15] angles to 15 bone transforms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Per-joint sign multiplier (±1): accounts for rig-specific bone orientations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clamp: [−15°, 130°]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override: blends to closed-fist pose when grabbing an object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HandSkeletonAnchor (execution order 1000):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HandRigController — reads freshly applied angles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kinematics: joint angles → 3D world-space bone positions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HandProximityVisibility: hand mesh fades in/out based on distance to nearest object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5-Layer Pose Smoothing 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Threshold Transition Blend (30–40 cm)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clamp((40−dist)/10, 0,1) → lerp(neutral_pose, model_output, α)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Input EMA (α_in = 0.3–0.5)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controller tracking noise and sudden nearest-object switches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Inference every N frames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 → Unity lerp fills intermediate frames (~36 fps effective)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Output EMA (α=0.35)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smooth[t] = 0.35 × output[t] + 0.65 × smooth[t−1]  (all 22 joint angles)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Delta Clamp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 on maximum joint angle change per frame — prevents sudden snaps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 Interaction &amp; Task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ProximityDetector · VirtualHandGrab · SessionDataLogger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Interaction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InteractableObject.cs — Each scene object is tagged with a HOT3D BOP category ID (1–33)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BopToGrip + BopToBbox lookup tables run on this ID (all 33 verified and corrected)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ProximityDetector.cs — Every frame, finds nearest object within 0.3 m radius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featureAssembler.nearestObject and categoryId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VirtualHandGrab.cs: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trigger &gt; threshold → grab object (physics off, object follows hand)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release: physics re-enabled, object thrown with hand velocity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IsGrabbing = true → HandRigController blends to closed-fist pose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SnapZone.cs — Object snaps to a target position on release (kitchen task drop zones)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System &amp; Session Logging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ScenarioKitchenTask.cs — Kitchen task sequence: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[object] → Carry to [target] → Place in SnapZone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 completion conditions monitored; events sent to TaskScoreUI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TaskScoreUI.cs — VR world-space canvas: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checklist (✓), timer, 1–3 star rating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SessionDataLogger.cs — CSV flush every 100 frames: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· left/right_grip · left/right_trigger · wrist_pos ×2 · obj_category ×2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Application.persistentDataPath/Logs/ (Quest 3: Android internal storage)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100-frame flush interval minimizes data loss on crash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 Testing Protocol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Stages — Python → Editor → Quest 3 → User Study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&amp; 2 — Python Tests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Python Offline Evaluation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HOT3D val split, no smoothing — raw model performance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per-joint MAE (target &lt; 5°), MPJPE (target &lt; 20 mm)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Per-object error balance: separate MAE check for Bottle and Cup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Python Simulation Test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approach path: 40→30→20→10→5→2 cm, fixed object (Bottle)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angles plotted at each distance step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open hand at 40 cm → defined grasp at 10 cm → full fist at 2 cm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Non-monotonic transitions and erratic jumps are caught here before Unity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 &amp; 4 — Unity Editor &amp; Quest 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Unity Editor Test (No Headset Required)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ONNX export, test in Unity Play mode with a simulated controller path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hand pose change when approaching Bottle?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inference time &lt; 5 ms in the Console?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EMA + delta clamp smoothing work correctly?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pose break when switching from Bottle to Cup?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Quest 3 On-Device Test (⏳ Pending)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SessionDataLogger records every frame → post-session Python analysis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BackendType.GPUCompute work on Snapdragon XR2?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joint angle distribution within expected ranges during real use?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3-condition comparison: VirtualHands vs Controller vs StaticPose (Latin square order)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Study Protocol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Participants: ~15–20 people (medium effect size, 80% power)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/ ethics committee approval: required before data collection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Tools: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Naturalness: 5-point Likert ('Did the hand movement look natural?')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time: automatic measurement via SessionDataLogger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Workload: NASA-TLX questionnaire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Conditions (within-subjects, Latin square order):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VirtualHands — AuraXR predicted hand animation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— Standard controller appearance, no hand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StaticPose — Fixed neutral hand pose, no movement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Low numerical MAE does not guarantee visual naturalness — subjective testing is mandatory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 Project Status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June 2026 — Pipeline Stages A–K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 Stages 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HOT3D dataset downloaded (data/quest3/)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build_dataset.py — dataset.h5 created (left 877K · right 1.02M frames)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Two-branch MLP architecture designed (src/model.py)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Right and left hand models trained (checkpoints/ — best_model.pt)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evaluate.py completed (MAE: right 12.4° / left 12.5°)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ONNX export done (opset 14, bitwise validation &lt; 1e-5 passed)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AuraXRFeatureAssembler — frame-level verified, running in Unity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 AuraXRInferenceManager — inference running, pivot offset tuned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HandRigController + HandSkeletonAnchor — rendering works, FK tuning ongoing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InteractableObject + VirtualHandGrab + TaskScoreUI — partially complete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BopToGrip + BopToBbox: all 33 objects corrected (June 2, 2026)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Ongoing &amp; Pending Stages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Unity FK tuning — bone rotation axes still need fine-tuning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HandSkeletonAnchor pivot tuning — separate verification needed for each hand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K — Quest 3 on-device: BackendType.GPUCompute not verified (C1)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ReadbackAndClone() blocking — async version under investigation (C3)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fingerJoints[15] Inspector wiring must be verified for both hands (U1)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handPivotOffset measured from one session — may vary per user (U2)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Model quantization Float32→Int8/Float16 (P3 — future work)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User study — IRB application not yet submitted (P4)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Ablation study — feature masking experiments planned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 Risks &amp; Mitigation Strategies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Medium · Out of Thesis Scope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Risks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MAE target missed (&lt; 5° target, currently ~12°)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hidden_dim 256→512 — current numbers reflect this wider model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ablation (which features contribute least?) + more data?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BackendType.GPUCompute may not work on Quest 3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test with BackendType.CPU, check if &lt; 5 ms target is met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ReadbackAndClone() may block the render thread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async tensor readback or double-buffer architecture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Grip frames are scarce → grip phase not fully learned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10× oversampling + 2× Huber weight — partial improvement; grip MAE still high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Risks &amp; Out-of-Scope Items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object switches rapidly (no hysteresis): hand cannot keep up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switch only if new object is significantly closer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runs when no object is nearby: unnecessary inference + wrong pose risk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skip model, lerp to neutral pose (already implemented)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Anatomically impossible pose: range penalty insufficient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clamp in HandRigController [−15°, 130°] (already implemented)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Thesis Scope (Future Work):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Hand-object interpenetration: requires IK / physics simulation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integration: visual embedding placeholder ready (dims 32–95)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Quantization: Float32→Int8/Float16 — Quest 3 performance optimization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 Expected Results &amp; Next Steps</a:t>
            </a:r>
            <a:endParaRPr lang="en-US" sz="3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Natural hand pre-shaping — fingers begin curling ~40 cm from the object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Object-specific grasp: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Mug → Power  |  Spoon → Precision  |  Plate → Palmar  |  Mouse → Pinch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Fluid transitions — EMA (α=0.35) eliminates frame-to-frame jitter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Real-time performance — ~1.37M parameter MLP → target &lt; 5 ms/frame (Quest 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Two-hand support — left and right models run independently every frame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Visual naturalness — expected to outperform StaticPose and Controller in Likert ratings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— Priority Order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Quest 3 on-device: start with BackendType.CPU, measure inference 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 fingerJoints[15] Inspector wiring for both hands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 ReadbackAndClone() blocking — async if needed, double-buffer if critical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 complete kitchen task scene: all 33 objects with correct BOP IDs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Ablation study: mask dir_obj_local, approach_speed, bbox individually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Submit IRB / ethics committee application for user study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Run user study: ~15–20 participants, Latin square order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Quantize model (Float32→Int8) and re-measure Quest 3 performance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Thesis writing: method, results, discussion chapters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 Dataset — Meta Reality Labs, CVPR 2025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UmeTrack: Whole-body 3D Pose Estimation using 2D Landmark Tracking — Meta, SIGGRAPH Asia 2022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MANO: A Parametric Hand Model — Max Planck Institute, 2017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Continuity of Rotation Representations in Neural Networks (6D rot.) — Zhou et al., CVPR 2019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Sentis (ONNX on-device inference) — Unity Technologies, 2024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Anticipatory Grasp Shaping — Gentilucci et al.; Jeannerod et al.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Optimizer — Loshchilov &amp; Hutter, 2019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 — Huber, 1964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AuraXR — VR Hand Pose Prediction</dc:title>
  <dc:subject>PptxGenJS Presentation</dc:subject>
  <dc:creator>PptxGenJS</dc:creator>
  <cp:lastModifiedBy>PptxGenJS</cp:lastModifiedBy>
  <cp:revision>1</cp:revision>
  <dcterms:created xsi:type="dcterms:W3CDTF">2026-06-07T15:14:22Z</dcterms:created>
  <dcterms:modified xsi:type="dcterms:W3CDTF">2026-06-07T15:14:22Z</dcterms:modified>
</cp:coreProperties>
</file>